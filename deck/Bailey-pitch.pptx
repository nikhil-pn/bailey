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8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F5B3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 × CIRCLE — PROGRAMMABLE MONEY HACKATHON · AGENTIC ECONOMY TRACK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627632" cy="1627632"/>
          </a:xfrm>
          <a:prstGeom prst="roundRect">
            <a:avLst>
              <a:gd name="adj" fmla="val 112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73352"/>
            <a:ext cx="1371600" cy="1024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95728" y="1298448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566928" y="32461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neobank for AI-agent fleets on Arc — run by an AI agent.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66928" y="38404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AB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agents do the business. </a:t>
            </a:r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 keeps the books.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183880" y="15544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66760" y="17007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agent-4 · July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66760" y="195681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ARC TESTNET DATA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366760" y="2651760"/>
            <a:ext cx="3063240" cy="7315"/>
          </a:xfrm>
          <a:prstGeom prst="rect">
            <a:avLst/>
          </a:prstGeom>
          <a:solidFill>
            <a:srgbClr val="D7DBEC"/>
          </a:solidFill>
          <a:ln/>
        </p:spPr>
      </p:sp>
      <p:sp>
        <p:nvSpPr>
          <p:cNvPr id="13" name="Text 10"/>
          <p:cNvSpPr/>
          <p:nvPr/>
        </p:nvSpPr>
        <p:spPr>
          <a:xfrm>
            <a:off x="8366760" y="22677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738360" y="22677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33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+20.000000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366760" y="3108960"/>
            <a:ext cx="3063240" cy="7315"/>
          </a:xfrm>
          <a:prstGeom prst="rect">
            <a:avLst/>
          </a:prstGeom>
          <a:solidFill>
            <a:srgbClr val="D7DBEC"/>
          </a:solidFill>
          <a:ln/>
        </p:spPr>
      </p:sp>
      <p:sp>
        <p:nvSpPr>
          <p:cNvPr id="16" name="Text 13"/>
          <p:cNvSpPr/>
          <p:nvPr/>
        </p:nvSpPr>
        <p:spPr>
          <a:xfrm>
            <a:off x="8366760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income:service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738360" y="27249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33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+1.100000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366760" y="3566160"/>
            <a:ext cx="3063240" cy="7315"/>
          </a:xfrm>
          <a:prstGeom prst="rect">
            <a:avLst/>
          </a:prstGeom>
          <a:solidFill>
            <a:srgbClr val="D7DBEC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3182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refund:in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738360" y="31821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33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+0.400000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66760" y="4023360"/>
            <a:ext cx="3063240" cy="7315"/>
          </a:xfrm>
          <a:prstGeom prst="rect">
            <a:avLst/>
          </a:prstGeom>
          <a:solidFill>
            <a:srgbClr val="D7DBEC"/>
          </a:solidFill>
          <a:ln/>
        </p:spPr>
      </p:sp>
      <p:sp>
        <p:nvSpPr>
          <p:cNvPr id="22" name="Text 19"/>
          <p:cNvSpPr/>
          <p:nvPr/>
        </p:nvSpPr>
        <p:spPr>
          <a:xfrm>
            <a:off x="8366760" y="3639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expense:service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738360" y="36393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4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(3.000000)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366760" y="4251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8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 +18.500000 USDC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6928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9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Arc · Circle Wallets · Gas Station · USDC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fleets earn and spend USDC around the clock — with no bank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103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Fleets are companies now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95528" y="278892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Businesses employ fleets of AI agents that earn income, pay for APIs and services, and settle jobs in USDC — continuously, autonomously.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2856" y="2103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Wallets ≠ a bank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562856" y="278892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Explorers show raw hashes. There are no per-agent accounts, no statements, no month-end books, no categorized P&amp;L.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01584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0184" y="2103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teams are blind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330184" y="278892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"Which agent made money last month? What did we spend on compute? Where is the export for our accountant?" — today, no answer exists.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5486400"/>
            <a:ext cx="11055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“Your accountant cannot file this.”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WHITESPACE — VERIFIED JULY 2026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closes the books for agent fleets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669280"/>
                <a:gridCol w="209397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they do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Books for agent fleets?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8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Catena Labs ($30M, OCC filing)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Banking &amp; governance for agents — humans control agent money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Circle Agent Stack (May 2026)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wallets, marketplace, nanopayments — “exclusively payment mechanics”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Fireblocks + TRES · MoonPay + Entendre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Crypto accounting — for human companies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Basis ($1.15B) · Pilot AI Bookkeeper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Accounting agents for human firms, off-chain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3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66928" y="5257800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Adversarially re-verified against the live landscape (Cambrian Q1-26 map, arXiv agent-finance survey, vendor docs). </a:t>
            </a:r>
            <a:pPr indent="0" marL="0">
              <a:buNone/>
            </a:pPr>
            <a:r>
              <a:rPr lang="en-US" sz="135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stops at wallets, payments, or policy. Nobody produces the books.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ARC — MEASURED, NOT CLAIMED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Arc, the chain itself is a complete bank record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21%</a:t>
            </a:r>
            <a:endParaRPr lang="en-US" sz="10000" dirty="0"/>
          </a:p>
        </p:txBody>
      </p:sp>
      <p:sp>
        <p:nvSpPr>
          <p:cNvPr id="9" name="Text 6"/>
          <p:cNvSpPr/>
          <p:nvPr/>
        </p:nvSpPr>
        <p:spPr>
          <a:xfrm>
            <a:off x="612648" y="35204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USDC-moving transactions emit NO ERC-20 log — invisible to every normal indexer. We measured it on live Arc testnet.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892040" y="1783080"/>
            <a:ext cx="6720840" cy="1188720"/>
          </a:xfrm>
          <a:prstGeom prst="roundRect">
            <a:avLst>
              <a:gd name="adj" fmla="val 6154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189280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EIP-7708 (Arc-only)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2203704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native USDC movement emits a Transfer log from the system emitter 0xffff…fffe — statements are gapless, derived purely from chain data.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892040" y="3108960"/>
            <a:ext cx="6720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321868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Ethereum: impossible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20640" y="3529584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transfers emit no logs. A statement built from events silently misses 1 in 5 movements.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892040" y="4434840"/>
            <a:ext cx="6720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454456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in our repo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20640" y="4855464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2,000 live blocks: 9,911 system logs vs 6,946 ERC-20 logs; dual-log dedupe + gas-from-receipts rules codified and tested (docs/spike-eip7708.md).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5806440"/>
            <a:ext cx="11055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product is only fully buildable on Arc.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bank account for every agent — and books that close themselves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82880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Per-agent accounts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331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 dev-controlled SCA wallets; Gas Station pays all gas — agents never touch a gas token.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95928" y="182880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97096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Gapless statements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197096" y="2331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EIP-7708 indexer captures every movement; amounts quantized to bank-grade 6 decimals.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379476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bookkeeper (gated)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68096" y="42976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Categorizes every line with confidence — behind a golden-set accuracy gate; low confidence escalates, never guesses.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95928" y="379476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97096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Month-end close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197096" y="42976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Per-agent P&amp;L, fleet statement, AI-written summary, CSV/QuickBooks export, reconciled against Circle’s API by refId.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35240" y="1828800"/>
            <a:ext cx="3977640" cy="3794760"/>
          </a:xfrm>
          <a:prstGeom prst="roundRect">
            <a:avLst>
              <a:gd name="adj" fmla="val 1928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IS CHAIN-DERIVED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863840" y="23774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only ever fills the category column and writes the summary. The amounts, balances and totals come from Arc — deterministic, auditable, reproducible.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6384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vendors, same verdicts: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63840" y="41148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DeepSeek 12/12 · GPT-4o-mini 11/12 on the committed golden set — the harness determines the books, not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8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F5B36"/>
          </a:solidFill>
          <a:ln/>
        </p:spPr>
      </p:sp>
      <p:sp>
        <p:nvSpPr>
          <p:cNvPr id="3" name="Shape 1"/>
          <p:cNvSpPr/>
          <p:nvPr/>
        </p:nvSpPr>
        <p:spPr>
          <a:xfrm>
            <a:off x="10817352" y="292608"/>
            <a:ext cx="96926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pic>
        <p:nvPicPr>
          <p:cNvPr id="4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74904"/>
            <a:ext cx="859536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AAB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TWIST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banker is an agent too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66928" y="18288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28337F"/>
          </a:solidFill>
          <a:ln w="12700">
            <a:solidFill>
              <a:srgbClr val="3D49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947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wallet &amp; identity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5528" y="2331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 holds a Circle SCA wallet and an on-chain ERC-8004 identity — registered live on Arc testnet.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0488" y="18288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28337F"/>
          </a:solidFill>
          <a:ln w="12700">
            <a:solidFill>
              <a:srgbClr val="3D49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1947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Employed by the fleet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19088" y="2331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month-end close is a paid job: the fleet funds an ERC-8183 escrow, Bailey delivers the statement, PaymentReleased pays Bailey.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36118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28337F"/>
          </a:solidFill>
          <a:ln w="12700">
            <a:solidFill>
              <a:srgbClr val="3D49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528" y="37307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decision gates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95528" y="4114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 the close while escrows are pending · refuses sign-off if refId reconciliation fails · escalates low-confidence lines. Every decision lands in a visible journal.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90488" y="36118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28337F"/>
          </a:solidFill>
          <a:ln w="12700">
            <a:solidFill>
              <a:srgbClr val="3D49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19088" y="37307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its own books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19088" y="4114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Bailey’s fee appears — correctly categorized — in the very statement it just produced. Same pipeline, zero special-casing.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6928" y="562356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AB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 never moves fleet funds — it observes, reports, delivers, and gets paid. Bailey is software, not a bank or custodian.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MOCKUP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of this is running on Arc testnet today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9385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68096" y="254203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 SCA wallets live — 5 agents + Bailey — each with an on-chain ERC-8004 identity; every tx gas-sponsored by Gas Station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34256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35424" y="19385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35424" y="254203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USDC movements indexed through the EIP-7708 rule and rendered into per-agent statements with running balances + CSV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01584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9385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100.000000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302752" y="254203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books balance to the micro-cent: five 20-USDC faucet fundings; every internal payment cancels exactly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3840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39502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68096" y="455371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golden-set eval gate passed (DeepSeek; GPT-4o-mini 11/12) before the model was allowed to touch the ledger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34256" y="3840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35424" y="39502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535424" y="455371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escalations once Circle refId context was joined — and 100% honest escalation without it: the bookkeeper never guesses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101584" y="3840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02752" y="39502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21%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8302752" y="455371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USDC txs invisible to ERC-20 indexers — measured live, captured completely by Bailey’s system-emitter rule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chain noise to closed books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488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23317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" y="269748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 SCA wallets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Bailey (banker)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Station pays gas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825496" y="21488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35224" y="23317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35224" y="269748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0xfffe emitter only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ERC-8183 income events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from receipts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18888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084064" y="21488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93792" y="23317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193792" y="269748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per-agent accounts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roll-up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6-decimal book truth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077456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342632" y="21488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23317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BOOKKEEPER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452360" y="269748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refId context join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golden-set-gated LLM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escalates, never guesses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36024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9601200" y="214884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10928" y="23317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9710928" y="269748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gates + journal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P&amp;L · statement · CSV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via ERC-8183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" y="4846320"/>
            <a:ext cx="11055096" cy="1051560"/>
          </a:xfrm>
          <a:prstGeom prst="roundRect">
            <a:avLst>
              <a:gd name="adj" fmla="val 6957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4983480"/>
            <a:ext cx="10506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Correctness rules, validated live:  index ONE emitter (every ERC-20 transfer emits two logs) · fees emit no Transfer log — derive gas from receipts · quantize to 6 decimals · order by (block, logIndex), zero reorgs · escrow amounts are net-of-fee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CIRCLE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use of the right core products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89280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 testnet</a:t>
            </a:r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the L1 everything runs 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0488" y="17830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91656" y="189280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USDC + EURC</a:t>
            </a:r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one asset, two views — handled correctly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770632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2880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 Wallets — dev-controlled SCA</a:t>
            </a:r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the deliberate custody model for a business-owned fleet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90488" y="2770632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91656" y="2880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Station / Paymaster</a:t>
            </a:r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agents never touch a gas token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758184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386791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List-Transactions refId</a:t>
            </a:r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off-chain context reconciled to on-chain truth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90488" y="3758184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91656" y="386791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ERC-8004 + ERC-8183</a:t>
            </a:r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Arc’s agentic stack: identities + job escrow (income rail + Bailey’s pay)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745736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" y="485546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 CLI · Skills · MCP</a:t>
            </a:r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Agent Stack tooling in the dev loop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90488" y="4745736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91656" y="485546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CCTP</a:t>
            </a:r>
            <a:pPr indent="0" marL="0"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cross-chain mints land as categorized “funding” lines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66928" y="589788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name-drops (honestly scoped): StableFX (live on testnet — DeFi-track) · Nanopayments/x402 billing · Circle Contracts webhooks as the production indexer.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GOES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books are the platform: credit, yield, and spend rails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 Credit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lender needs to trust the borrower’s books. Agent fleets have none — except Bailey’s: gapless, categorized, eval-gated. The books ARE the credit bureau.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" y="4114800"/>
            <a:ext cx="3108960" cy="9144"/>
          </a:xfrm>
          <a:prstGeom prst="rect">
            <a:avLst/>
          </a:prstGeom>
          <a:solidFill>
            <a:srgbClr val="D7DBEC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4224528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Underwritten from live P&amp;L: income stability, margins, refund rate. At Arc mainnet, capital routes to Aave V4 on Arc — deployment proposal live since June 2026.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34256" y="178308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5424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yield (USYC)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35424" y="24231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agents can never reach institutional yield ($100k min, institutions-only). Bailey pools the fleet’s idle balances into a treasury that can.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35424" y="4114800"/>
            <a:ext cx="3108960" cy="9144"/>
          </a:xfrm>
          <a:prstGeom prst="rect">
            <a:avLst/>
          </a:prstGeom>
          <a:solidFill>
            <a:srgbClr val="D7DBEC"/>
          </a:solidFill>
          <a:ln/>
        </p:spPr>
      </p:sp>
      <p:sp>
        <p:nvSpPr>
          <p:cNvPr id="17" name="Text 14"/>
          <p:cNvSpPr/>
          <p:nvPr/>
        </p:nvSpPr>
        <p:spPr>
          <a:xfrm>
            <a:off x="4535424" y="4224528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USYC — Circle’s $1.6B tokenized money-market fund — is live on Arc testnet; Bailey sweeps idle balances and books yield as categorized income.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01584" y="178308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02752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 rails settle in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02752" y="24231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will “swipe” everywhere: x402/Nanopayments today (live on Arc testnet), Visa Intelligent Commerce &amp; Mastercard Agent Pay tomorrow.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02752" y="4114800"/>
            <a:ext cx="3108960" cy="9144"/>
          </a:xfrm>
          <a:prstGeom prst="rect">
            <a:avLst/>
          </a:prstGeom>
          <a:solidFill>
            <a:srgbClr val="D7DBEC"/>
          </a:solidFill>
          <a:ln/>
        </p:spPr>
      </p:sp>
      <p:sp>
        <p:nvSpPr>
          <p:cNvPr id="22" name="Text 19"/>
          <p:cNvSpPr/>
          <p:nvPr/>
        </p:nvSpPr>
        <p:spPr>
          <a:xfrm>
            <a:off x="8302752" y="4224528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 is the account every swipe settles INTO — receipts reconciled against settlement like a card statement. Visa is Arc’s lead design partner and planned validator.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above is verified: real contracts, real governance proposals, real partnerships — July 2026.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338B"/>
          </a:solidFill>
          <a:ln/>
        </p:spPr>
      </p:sp>
      <p:pic>
        <p:nvPicPr>
          <p:cNvPr id="3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20040"/>
            <a:ext cx="859536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</a:t>
            </a:r>
            <a:pPr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the neobank for AI-agent fleets, run by an AI agent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2179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Machine-payable banking, sold to finance teams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8928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Per-agent-seat SaaS</a:t>
            </a:r>
            <a:pPr indent="0" marL="0">
              <a:buNone/>
            </a:pPr>
            <a:r>
              <a:rPr lang="en-US" sz="12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the finance team buys Bailey like they buy payroll — per agent, per month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69748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807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Machine-payable per-close billing</a:t>
            </a:r>
            <a:pPr indent="0" marL="0">
              <a:buNone/>
            </a:pPr>
            <a:r>
              <a:rPr lang="en-US" sz="12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the fleet pays Bailey in USDC for every close — metered, on-chain, already working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61188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37216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33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 conversion bps + premium exports</a:t>
            </a:r>
            <a:pPr indent="0" marL="0">
              <a:buNone/>
            </a:pPr>
            <a:r>
              <a:rPr lang="en-US" sz="12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StableFX treasury policies · QuickBooks/Xero integrations (roadmap)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663440"/>
            <a:ext cx="6675120" cy="1371600"/>
          </a:xfrm>
          <a:prstGeom prst="roundRect">
            <a:avLst>
              <a:gd name="adj" fmla="val 5333"/>
            </a:avLst>
          </a:prstGeom>
          <a:solidFill>
            <a:srgbClr val="ECEFF9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80060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Buyer: the finance team of any company running an agent fleet. The stack: spend control (pre-tx policy) → trust (who to transact with) → BAILEY: accounts + books (what happened to the money) — with Catena and Circle as complementary rails beneath.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35240" y="178308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DB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F5B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63840" y="233172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Only fully buildable on Arc (EIP-7708 — measured)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bookkeeper is a market participant — the first bank whose banker appears in its own books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Correctness as moat: eval gates, decision journals, micro-cent reconciliation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Whitespace verified: nobody closes the books for agent fleets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8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F5B3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0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28337F"/>
          </a:solidFill>
          <a:ln w="12700">
            <a:solidFill>
              <a:srgbClr val="3D49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70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MVP on Arc testnet — fleet, indexer, gated bookkeeper, statements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9856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28337F"/>
          </a:solidFill>
          <a:ln w="12700">
            <a:solidFill>
              <a:srgbClr val="3D49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1170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84448" y="15087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Close-as-a-paid-job · decision journal UI · Bailey Credit score · demo + submission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2784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28337F"/>
          </a:solidFill>
          <a:ln w="12700">
            <a:solidFill>
              <a:srgbClr val="3D49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170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 MAINNET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37376" y="15087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Mainnet-ready day one · USYC treasury sweeps · x402 receipt reconciliation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25712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28337F"/>
          </a:solidFill>
          <a:ln w="12700">
            <a:solidFill>
              <a:srgbClr val="3D49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0304" y="1170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90304" y="15087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E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Aave V4 credit routing · StableFX policies · QuickBooks/Xero · card-rail settlement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68696" y="278892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0" descr="assets/baile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136" y="2999232"/>
            <a:ext cx="868680" cy="64922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66928" y="397764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AB3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agents do the business.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566928" y="4663440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 keeps the books.</a:t>
            </a:r>
            <a:endParaRPr lang="en-US" sz="4600" dirty="0"/>
          </a:p>
        </p:txBody>
      </p:sp>
      <p:sp>
        <p:nvSpPr>
          <p:cNvPr id="20" name="Text 17"/>
          <p:cNvSpPr/>
          <p:nvPr/>
        </p:nvSpPr>
        <p:spPr>
          <a:xfrm>
            <a:off x="566928" y="57150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9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 — after George Bailey of “It’s a Wonderful Life”: the banker who knew where every dollar lived.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6126480"/>
            <a:ext cx="1105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9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Bailey is software, not a bank or custodian — funds never leave your fleet’s Circle wallets.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Bailey — the neobank for AI-agent fleets, run by an AI agent</dc:title>
  <dc:subject>PptxGenJS Presentation</dc:subject>
  <dc:creator>Bailey</dc:creator>
  <cp:lastModifiedBy>Bailey</cp:lastModifiedBy>
  <cp:revision>1</cp:revision>
  <dcterms:created xsi:type="dcterms:W3CDTF">2026-07-27T11:02:18Z</dcterms:created>
  <dcterms:modified xsi:type="dcterms:W3CDTF">2026-07-27T11:02:18Z</dcterms:modified>
</cp:coreProperties>
</file>